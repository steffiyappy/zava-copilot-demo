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Pre Read Town Hall Rare Earth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PreRead_TownHall_rare_earth.pptx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Pre Read Town Hall Rare Earth.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