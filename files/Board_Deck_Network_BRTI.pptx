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Deck Network BRTI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Board_Deck_Network_BRTI.pptx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