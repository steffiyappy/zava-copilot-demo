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Board Deck Hasil RSPO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Board_Deck_Hasil_RSPO.pptx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