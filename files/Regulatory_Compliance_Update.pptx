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Regulatory Compliance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Regulatory_Compliance_Update.pptx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