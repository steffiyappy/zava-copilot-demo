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Toyota Honda Dealer Ex Co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Toyota_Honda_Dealer_ExCo_Deck.pptx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