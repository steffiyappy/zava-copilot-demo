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Briefing Re Takaful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Briefing_Re_Takaful.pptx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