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BNM IFSA Q4 Stage2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BNM_IFSA_Q4_Stage2.pptx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