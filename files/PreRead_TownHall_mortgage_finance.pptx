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Mortgage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PreRead_TownHall_mortgage_finance.pptx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Mortgage Finance.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