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Air Ex Co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Zava_Air_ExCo_Deck.pptx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