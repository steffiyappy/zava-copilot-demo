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Investor Update Life Insurance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Investor_Update_Life_Insurance.pptx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