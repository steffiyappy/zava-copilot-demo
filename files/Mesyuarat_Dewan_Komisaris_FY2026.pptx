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Mesyuarat Dewan Komisaris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Mesyuarat_Dewan_Komisaris_FY2026.pptx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