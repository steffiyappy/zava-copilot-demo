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Komite Tinjauan Operasi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Komite_Tinjauan_Operasi_FY2026.pptx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