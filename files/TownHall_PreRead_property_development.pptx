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Town Hall Pre Read Property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TownHall_PreRead_property_development.pptx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Town Hall Pre Read Property Development.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