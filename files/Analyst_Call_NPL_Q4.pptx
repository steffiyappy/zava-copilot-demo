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Analyst Call NPL Q4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Analyst_Call_NPL_Q4.pptx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