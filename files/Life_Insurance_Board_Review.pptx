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1F2D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457200" tIns="182880"/>
          <a:lstStyle/>
          <a:p>
            <a:pPr algn="ctr">
              <a:defRPr sz="1400" b="1">
                <a:solidFill>
                  <a:srgbClr val="FFFFFF"/>
                </a:solidFill>
              </a:defRPr>
            </a:pPr>
            <a:r>
              <a:t>Zava Conglomerate · Copilot Demo Hub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000" b="1">
                <a:solidFill>
                  <a:srgbClr val="1F2D55"/>
                </a:solidFill>
              </a:defRPr>
            </a:pPr>
            <a:r>
              <a:t>Life Insurance Board Review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291840"/>
            <a:ext cx="1124712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i="1" sz="1200">
                <a:solidFill>
                  <a:srgbClr val="707070"/>
                </a:solidFill>
              </a:defRPr>
            </a:pPr>
            <a:r>
              <a:t>Filename: Life_Insurance_Board_Review.pptx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931920"/>
            <a:ext cx="112471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400">
                <a:solidFill>
                  <a:srgbClr val="333333"/>
                </a:solidFill>
              </a:defRPr>
            </a:pPr>
            <a:r>
              <a:t>Placeholder presentation used by the Zava Conglomerate Copilot Demo Hub. It exists so that every prompt example resolves to a real attachable file during a live demo. Replace with the actual deck before sharing.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6400800"/>
            <a:ext cx="112471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900">
                <a:solidFill>
                  <a:srgbClr val="9CA3AF"/>
                </a:solidFill>
              </a:defRPr>
            </a:pPr>
            <a:r>
              <a:t>Demo placeholder — for live use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