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Ex Co Toyota Honda Dealer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Deck_ExCo_Toyota_Honda_Dealer.pptx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