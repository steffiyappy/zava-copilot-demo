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2D55"/>
                </a:solidFill>
              </a:rPr>
              <a:t>Town Hall Pre Read Mortgage 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300">
                <a:solidFill>
                  <a:srgbClr val="6B7280"/>
                </a:solidFill>
              </a:rPr>
              <a:t>TownHall_PreRead_mortgage_finance.pptx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4151"/>
                </a:solidFill>
              </a:rPr>
              <a:t>Placeholder slide for Town Hall Pre Read Mortgage Finance. Replace with real demo content before presenting.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000">
                <a:solidFill>
                  <a:srgbClr val="6B7280"/>
                </a:solidFill>
              </a:rP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