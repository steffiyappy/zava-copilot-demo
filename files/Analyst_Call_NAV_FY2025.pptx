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Analyst Call NAV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Analyst_Call_NAV_FY2025.pptx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