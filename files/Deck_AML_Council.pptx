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AML Council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Deck_AML_Council.pptx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