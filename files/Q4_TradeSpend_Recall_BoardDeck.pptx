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Q4 Trade Spend Recall Board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Q4_TradeSpend_Recall_BoardDeck.pptx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