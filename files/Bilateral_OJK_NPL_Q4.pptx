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Bilateral OJK NPL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Bilateral_OJK_NPL_Q4.pptx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