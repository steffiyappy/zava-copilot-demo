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Hospital Network Readiness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Hospital_Network_Readiness_Review.pptx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