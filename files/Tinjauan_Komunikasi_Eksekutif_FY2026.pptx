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Tinjauan Komunikasi Eksekutif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Tinjauan_Komunikasi_Eksekutif_FY2026.pptx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