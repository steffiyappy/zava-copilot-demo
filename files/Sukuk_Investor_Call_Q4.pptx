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Sukuk Investor Call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Sukuk_Investor_Call_Q4.pptx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