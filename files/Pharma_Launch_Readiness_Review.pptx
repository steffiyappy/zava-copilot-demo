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Pharma Launch Readiness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Pharma_Launch_Readiness_Review.pptx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