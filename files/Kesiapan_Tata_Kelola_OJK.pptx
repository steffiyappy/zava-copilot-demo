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Kesiapan Tata Kelola OJK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Kesiapan_Tata_Kelola_OJK.pptx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