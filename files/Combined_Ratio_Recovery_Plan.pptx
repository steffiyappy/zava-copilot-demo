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Combined Ratio Recovery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Combined_Ratio_Recovery_Plan.pptx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