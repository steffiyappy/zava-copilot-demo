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Analyst Call Q4 NPL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Analyst_Call_Q4_NPL.pptx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