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Aruna Outlook Fee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Aruna_Outlook_Fee_FY2026.pptx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