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Semiconductor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TownHall_PreRead_semiconductor.pptx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Semiconductor.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