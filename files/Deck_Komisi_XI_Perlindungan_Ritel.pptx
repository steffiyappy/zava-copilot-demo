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Komisi XI Perlindungan Ritel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Deck_Komisi_XI_Perlindungan_Ritel.pptx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