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Rare Earth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TownHall_PreRead_rare_earth.pptx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Rare Earth.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