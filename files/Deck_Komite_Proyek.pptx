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Deck Komite Proyek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Deck_Komite_Proyek.pptx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