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Operations Review Committee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Operations_Review_Committee_FY2026.pptx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