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Direksi Zava Property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Deck_Direksi_Zava_Property.pptx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