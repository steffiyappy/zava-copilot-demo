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Property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PreRead_TownHall_property_development.pptx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Property Development.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