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Pack Audit ABAC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Pack_Audit_ABAC_FY2026.pptx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