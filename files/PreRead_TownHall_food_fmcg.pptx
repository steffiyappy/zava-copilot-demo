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2D55"/>
                </a:solidFill>
              </a:rPr>
              <a:t>Pre Read Town Hall Food Fmcg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300">
                <a:solidFill>
                  <a:srgbClr val="6B7280"/>
                </a:solidFill>
              </a:rPr>
              <a:t>PreRead_TownHall_food_fmcg.pptx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Placeholder slide for Pre Read Town Hall Food Fmcg. Replace with real demo content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000">
                <a:solidFill>
                  <a:srgbClr val="6B7280"/>
                </a:solidFill>
              </a:rP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