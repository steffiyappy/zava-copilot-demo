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Komisi VI DPR Kepemilikan Strategis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Deck_Komisi_VI_DPR_Kepemilikan_Strategis.pptx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