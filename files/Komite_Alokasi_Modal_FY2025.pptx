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Komite Alokasi Modal FY2025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Komite_Alokasi_Modal_FY2025.pptx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