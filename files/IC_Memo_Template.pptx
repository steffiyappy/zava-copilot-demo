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 Memo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Zava Conglomerate FY2026 demo stub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and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FY2025 baseline and FY2026 forecast bridge</a:t>
            </a:r>
          </a:p>
          <a:p>
            <a:r>
              <a:t>BNM/MAS/OJK/SC/PIDM obligations and control owners</a:t>
            </a:r>
          </a:p>
          <a:p>
            <a:r>
              <a:t>Division implications for bank, plantations, energy, pharma and consumer</a:t>
            </a:r>
          </a:p>
          <a:p>
            <a:r>
              <a:t>Decisions required from Hadar Caspit and Sasha Ouellet</a:t>
            </a:r>
          </a:p>
          <a:p>
            <a:r>
              <a:t>Next steps for Mod Admin to publish in SharePoint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700000"/>
            <a:ext cx="7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Ready for Copilot demo use — FY2026 / FY2027 planning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