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Rubber Gloves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PreRead_TownHall_rubber_gloves.pptx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Rubber Gloves.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