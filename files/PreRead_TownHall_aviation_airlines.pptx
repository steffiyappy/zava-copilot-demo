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Pre Read Town Hall Aviation Airlines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PreRead_TownHall_aviation_airlines.pptx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Pre Read Town Hall Aviation Airlines.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