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Cross Border Remittance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PreRead_TownHall_cross_border_remittance.pptx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Cross Border Remittance.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