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Ex Co Zava 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Deck_ExCo_Zava_Air.pptx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