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Risk Appetite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Risk_Appetite_Narrative.pptx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