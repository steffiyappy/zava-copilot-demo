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Board Sustainability Committee FY2026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Board_Sustainability_Committee_FY2026.pptx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