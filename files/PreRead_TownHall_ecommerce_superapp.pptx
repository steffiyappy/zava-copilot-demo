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Ecommerce Superapp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PreRead_TownHall_ecommerce_superapp.pptx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Ecommerce Superapp.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