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Keputusan Dewan Komisioner PT Titan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Keputusan_Dewan_Komisioner_PT_TitanCapital.pptx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