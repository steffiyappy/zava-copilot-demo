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Regulatory Supply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Regulatory_Supply_Recovery.pptx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