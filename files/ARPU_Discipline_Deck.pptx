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ARPU Discipline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ARPU_Discipline_Deck.pptx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