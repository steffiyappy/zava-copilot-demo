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Steerco OEM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Deck_Steerco_OEM.pptx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