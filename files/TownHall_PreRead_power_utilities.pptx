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Town Hall Pre Read Power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TownHall_PreRead_power_utilities.pptx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Town Hall Pre Read Power Utilities.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