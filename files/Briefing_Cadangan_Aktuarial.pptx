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Briefing Cadangan Aktuarial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Briefing_Cadangan_Aktuarial.pptx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