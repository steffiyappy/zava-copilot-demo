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Town Hall Pre Read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TownHall_PreRead_education.pptx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Town Hall Pre Read Education.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