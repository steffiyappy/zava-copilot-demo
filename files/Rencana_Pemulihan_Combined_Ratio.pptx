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Rencana Pemulihan Combined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Rencana_Pemulihan_Combined_Ratio.pptx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