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Executive Communications Review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Executive_Communications_Review_FY2026.pptx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