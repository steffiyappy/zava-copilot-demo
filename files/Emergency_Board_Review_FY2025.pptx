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Emergency Board Review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Emergency_Board_Review_FY2025.pptx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