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Retail Protection PAC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Retail_Protection_PAC_Deck.pptx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