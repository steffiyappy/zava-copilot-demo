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Auto Tyres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TownHall_PreRead_auto_tyres.pptx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Auto Tyres.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