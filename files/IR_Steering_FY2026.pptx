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IR Steering FY2026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IR_Steering_FY2026.pptx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