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Commission Decision Titan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Commission_Decision_TitanCapital.pptx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