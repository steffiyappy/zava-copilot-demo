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Maritime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PreRead_TownHall_maritime_shipping.pptx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Maritime Shipping.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