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Board Deck Rangkaian BRTI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Board_Deck_Rangkaian_BRTI.pptx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