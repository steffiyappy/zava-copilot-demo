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Direksi Trade Spend Recall 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Deck_Direksi_TradeSpend_Recall_Q4.pptx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