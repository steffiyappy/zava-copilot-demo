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BNM Governance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BNM_Governance_Readiness.pptx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