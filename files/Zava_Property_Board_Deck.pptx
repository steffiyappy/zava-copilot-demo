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Zava Property Board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Zava_Property_Board_Deck.pptx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