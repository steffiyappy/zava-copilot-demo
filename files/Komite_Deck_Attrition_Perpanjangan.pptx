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Komite Deck Attrition Perpanjangan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Komite_Deck_Attrition_Perpanjangan.pptx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