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Tinjauan Strategi CEO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Deck_Tinjauan_Strategi_CEO.pptx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