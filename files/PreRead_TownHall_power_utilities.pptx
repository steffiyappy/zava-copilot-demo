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Power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PreRead_TownHall_power_utilities.pptx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Power Utilities.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