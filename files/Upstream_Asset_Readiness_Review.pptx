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Upstream Asset Readiness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Upstream_Asset_Readiness_Review.pptx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