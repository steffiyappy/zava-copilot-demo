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Disiplin HSE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Deck_Disiplin_HSE.pptx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