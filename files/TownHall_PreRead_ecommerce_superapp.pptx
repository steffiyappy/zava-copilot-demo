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09728"/>
          <a:lstStyle/>
          <a:p>
            <a:pPr algn="ctr"/>
            <a:r>
              <a:rPr sz="1400" b="1">
                <a:solidFill>
                  <a:srgbClr val="FFFFFF"/>
                </a:solidFill>
              </a:rPr>
              <a:t>Zava Conglomerate · Copilot Demo 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F2D55"/>
                </a:solidFill>
              </a:rPr>
              <a:t>Town Hall Pre Read Ecommerce Superapp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i="1" sz="1300">
                <a:solidFill>
                  <a:srgbClr val="6B7280"/>
                </a:solidFill>
              </a:rPr>
              <a:t>TownHall_PreRead_ecommerce_superapp.pptx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474720"/>
            <a:ext cx="109728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374151"/>
                </a:solidFill>
              </a:rPr>
              <a:t>Placeholder slide for Town Hall Pre Read Ecommerce Superapp. Replace with real demo content before presenting.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093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i="1" sz="1000">
                <a:solidFill>
                  <a:srgbClr val="6B7280"/>
                </a:solidFill>
              </a:rPr>
              <a:t>Demo placeholder — for live use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