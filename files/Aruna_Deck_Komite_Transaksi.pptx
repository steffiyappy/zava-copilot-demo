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Aruna Deck Komite Transaksi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Aruna_Deck_Komite_Transaksi.pptx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