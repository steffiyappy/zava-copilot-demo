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Aruna FY2026 Fee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Aruna_FY2026_Fee_Outlook.pptx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