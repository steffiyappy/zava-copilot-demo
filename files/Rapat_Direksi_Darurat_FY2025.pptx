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Rapat Direksi Darurat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Rapat_Direksi_Darurat_FY2025.pptx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