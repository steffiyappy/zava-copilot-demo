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Food Fmcg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TownHall_PreRead_food_fmcg.pptx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Food Fmcg.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