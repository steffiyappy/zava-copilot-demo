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ABAC Audit Pack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ABAC_Audit_Pack_FY2026.pptx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