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Narasi Risk Appetite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Narasi_Risk_Appetite.pptx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