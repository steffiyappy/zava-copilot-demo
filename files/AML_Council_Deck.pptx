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2D55"/>
                </a:solidFill>
              </a:defRPr>
            </a:pPr>
            <a:r>
              <a:t>AML Council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200">
                <a:solidFill>
                  <a:srgbClr val="707070"/>
                </a:solidFill>
              </a:defRPr>
            </a:pPr>
            <a:r>
              <a:t>Filename: AML_Council_Deck.pptx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Placeholder presentation used by the Zava Conglomerate Copilot Demo Hub. It exists so that every prompt example resolves to a real attachable file during a live demo. Replace with the actual deck before sharing.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