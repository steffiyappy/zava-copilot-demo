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Actuarial Reserve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Actuarial_Reserve_Briefing.pptx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