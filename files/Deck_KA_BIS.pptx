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Deck KA BIS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Deck_KA_BIS.pptx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