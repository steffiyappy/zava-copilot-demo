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HSSE Production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HSSE_Production_Recovery.pptx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