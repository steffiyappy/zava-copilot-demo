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OEM Steerco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OEM_Steerco_Deck.pptx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