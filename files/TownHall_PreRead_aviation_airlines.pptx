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Town Hall Pre Read Aviation Airlines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TownHall_PreRead_aviation_airlines.pptx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Town Hall Pre Read Aviation Airlines.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