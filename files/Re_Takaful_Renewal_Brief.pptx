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2D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 tIns="182880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Zava Conglomerate · Copilot Demo Hub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1F2D55"/>
                </a:solidFill>
              </a:defRPr>
            </a:pPr>
            <a:r>
              <a:t>Re Takaful Renewal Brief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291840"/>
            <a:ext cx="112471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i="1" sz="1200">
                <a:solidFill>
                  <a:srgbClr val="707070"/>
                </a:solidFill>
              </a:defRPr>
            </a:pPr>
            <a:r>
              <a:t>Filename: Re_Takaful_Renewal_Brief.pptx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931920"/>
            <a:ext cx="112471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333333"/>
                </a:solidFill>
              </a:defRPr>
            </a:pPr>
            <a:r>
              <a:t>Placeholder presentation used by the Zava Conglomerate Copilot Demo Hub. It exists so that every prompt example resolves to a real attachable file during a live demo. Replace with the actual deck before sharing.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00800"/>
            <a:ext cx="112471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9CA3AF"/>
                </a:solidFill>
              </a:defRPr>
            </a:pPr>
            <a:r>
              <a:t>Demo placeholder — for live use only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