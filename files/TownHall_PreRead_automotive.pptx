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Automotive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TownHall_PreRead_automotive.pptx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Automotive.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