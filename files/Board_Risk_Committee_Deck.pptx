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Board Risk Committee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Board_Risk_Committee_Deck.pptx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