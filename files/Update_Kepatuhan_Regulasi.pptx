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Update Kepatuhan Regulasi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Update_Kepatuhan_Regulasi.pptx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