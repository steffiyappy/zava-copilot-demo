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FY2026 Growth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FY2026_Growth_Thesis.pptx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