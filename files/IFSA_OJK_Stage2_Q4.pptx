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IFSA OJK Stage2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IFSA_OJK_Stage2_Q4.pptx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