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ctr"/>
            <a:r>
              <a:rPr sz="1400" b="1">
                <a:solidFill>
                  <a:srgbClr val="FFFFFF"/>
                </a:solidFill>
              </a:rP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F2D55"/>
                </a:solidFill>
              </a:rPr>
              <a:t>Pre Read Town Hall Semiconductor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300">
                <a:solidFill>
                  <a:srgbClr val="6B7280"/>
                </a:solidFill>
              </a:rPr>
              <a:t>PreRead_TownHall_semiconductor.pptx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74151"/>
                </a:solidFill>
              </a:rPr>
              <a:t>Placeholder slide for Pre Read Town Hall Semiconductor. Replace with real demo content before presenting.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000">
                <a:solidFill>
                  <a:srgbClr val="6B7280"/>
                </a:solidFill>
              </a:rP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