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Deck Investor Day MBS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Deck_Investor_Day_MBS.pptx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