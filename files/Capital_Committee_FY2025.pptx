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Capital Committee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Capital_Committee_FY2025.pptx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