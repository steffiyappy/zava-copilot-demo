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Mesyuarat Direksi Darurat FY2025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Mesyuarat_Direksi_Darurat_FY2025.pptx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